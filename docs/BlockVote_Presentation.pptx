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7315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7C5CFC"/>
                </a:solidFill>
              </a:defRPr>
            </a:pPr>
            <a:r>
              <a:t>BlockVote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79C0FF"/>
                </a:solidFill>
              </a:defRPr>
            </a:pPr>
            <a:r>
              <a:t>Decentralized Election DApp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92024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9D1D9"/>
                </a:solidFill>
              </a:defRPr>
            </a:pPr>
            <a:r>
              <a:t>Submitted by: Shai Shargal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24028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Student ID: 207437559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56032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Final Course Project (90 points)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880360"/>
            <a:ext cx="82296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C9D1D9"/>
                </a:solidFill>
              </a:defRPr>
            </a:pPr>
            <a:r>
              <a:t>Ethereum Sepolia Testnet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>
                <a:solidFill>
                  <a:srgbClr val="79C0FF"/>
                </a:solidFill>
              </a:defRPr>
            </a:pPr>
            <a:r>
              <a:t>github.com/Shai-Shargal/blockchain-election-dapp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Known Bugs &amp; Limitations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Questionnaire voting is UI-hidden but NOT cryptographically anonymous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Candidate ID is visible in blockchain transaction calldata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Full Sepolia E2E flow still pending manual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IPFS upload and CID storage pending manual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Election times cannot be changed after initial configuration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400">
                <a:solidFill>
                  <a:srgbClr val="C9D1D9"/>
                </a:solidFill>
              </a:defRPr>
            </a:pPr>
            <a:r>
              <a:t>• Vote records are permanent (no reversal mechanism)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Assignment Requirements Coverage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4CAF50"/>
                </a:solidFill>
              </a:defRPr>
            </a:pPr>
            <a:r>
              <a:t>✓ Implemented &amp; Unit-Tested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7498079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Admin GUI for candidate management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Candidate add/store/retrieve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Merkle voter registry (proof verification)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Direct voting with candidate selection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Election time window (start/end enforcement)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Access control (admin-only functions)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F87171"/>
                </a:solidFill>
              </a:defRPr>
            </a:pPr>
            <a:r>
              <a:t>⏳ Implemented but Pending Manual E2E Verification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7498079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IPFS voter registry upload and CID storage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ERC-20 BAL reward distribution (10 BAL per vote)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Questionnaire voting with Manhattan distance matching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• Post-election results display and winner identification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7C5CFC"/>
                </a:solidFill>
              </a:defRPr>
            </a:pPr>
            <a:r>
              <a:t>Architecture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51560"/>
            <a:ext cx="8229600" cy="45720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164592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Frontend (React + Vite)  •  Web3.js client-side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28600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MetaMask Wallet  •  Signs transactions, Sepolia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92608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Election.sol + BALToken.sol  •  On-chain logic + ERC-20 minting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3566160"/>
            <a:ext cx="6583680" cy="45720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>
              <a:defRPr sz="1200" b="1">
                <a:solidFill>
                  <a:srgbClr val="C9D1D9"/>
                </a:solidFill>
              </a:defRPr>
            </a:pPr>
            <a:r>
              <a:t>Merkle Tree + IPFS  •  Voter registry (CSV) on IPFS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182880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Reads/writes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246888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Signs with private key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3108960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Stores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3749039"/>
            <a:ext cx="11887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i="1">
                <a:solidFill>
                  <a:srgbClr val="79C0FF"/>
                </a:solidFill>
              </a:defRPr>
            </a:pPr>
            <a:r>
              <a:t>↓ Retrieves proofs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Smart Contracts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40080" y="1325880"/>
            <a:ext cx="393192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5CFC"/>
                </a:solidFill>
              </a:defRPr>
            </a:pPr>
            <a:r>
              <a:t>Election.sol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8308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Admin-only functions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Merkle proof verification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Double-vote prevention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Time-window enforcement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CEI pattern (safe)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25880"/>
            <a:ext cx="3931920" cy="2560320"/>
          </a:xfrm>
          <a:prstGeom prst="roundRect">
            <a:avLst/>
          </a:prstGeom>
          <a:solidFill>
            <a:srgbClr val="161B22"/>
          </a:solidFill>
          <a:ln w="254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463040"/>
            <a:ext cx="35661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7C5CFC"/>
                </a:solidFill>
              </a:defRPr>
            </a:pPr>
            <a:r>
              <a:t>BALToken.sol (ERC-20)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783080"/>
            <a:ext cx="3566160" cy="1828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Minter fixed at deployment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Only Election can mint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10 BAL per voter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Standard ERC-20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• Prevents unauthorized minting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4023360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✓ Test Coverage: 28/28 passing — Double-voting, Merkle validation, time windows, BAL minting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Voter Registry &amp; Questionnaire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5CFC"/>
                </a:solidFill>
              </a:defRPr>
            </a:pPr>
            <a:r>
              <a:t>Merkle Tree Voter Registry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1. Admin uploads voter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2. Frontend builds Merkle tree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3. Root stored on-chain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4. CSV uploaded to IPFS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5. CID stored on-chain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6. Voter generates proof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7. Proof verified on-chain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234440"/>
            <a:ext cx="38404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C5CFC"/>
                </a:solidFill>
              </a:defRPr>
            </a:pPr>
            <a:r>
              <a:t>Questionnaire Voting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1508760"/>
            <a:ext cx="3657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1. Voter answers 3 questions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2. System calculates distance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3. Closest candidate selected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4. Vote submitted (with proof)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5. UI reveals matched candidate after submission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611880"/>
            <a:ext cx="7680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F87171"/>
                </a:solidFill>
              </a:defRPr>
            </a:pPr>
            <a:r>
              <a:t>⚠️ Anonymity Limitation: Questionnaire result is hidden in UI before vote submission, but the matched candidate ID is visible in blockchain transaction calldata. This is not cryptographically private.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End-to-End Demo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234440"/>
            <a:ext cx="7315200" cy="2560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1. Admin connects wallet → Admin Dashboard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2. Admin adds 3 candidates (name + positions)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3. Admin uploads voter CSV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4. Merkle root + IPFS CID stored on-chain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5. Admin sets election window (start + end times)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6. Voter connects (must be in registry)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7. Voter selects candidate OR answers questionnaire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8. Voter receives 10 BAL tokens automatically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9. Election ends → voting window closes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200">
                <a:solidFill>
                  <a:srgbClr val="C9D1D9"/>
                </a:solidFill>
              </a:defRPr>
            </a:pPr>
            <a:r>
              <a:t>10. Results displayed: winner + ranked 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i="1">
                <a:solidFill>
                  <a:srgbClr val="79C0FF"/>
                </a:solidFill>
              </a:defRPr>
            </a:pPr>
            <a:r>
              <a:t>Implementation complete; full manual E2E verification pending. Space reserved for screenshots after manual testing.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C5CFC"/>
                </a:solidFill>
              </a:defRPr>
            </a:pPr>
            <a:r>
              <a:t>Deployment &amp; Instructions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960120"/>
            <a:ext cx="8229600" cy="36576"/>
          </a:xfrm>
          <a:prstGeom prst="rect">
            <a:avLst/>
          </a:prstGeom>
          <a:solidFill>
            <a:srgbClr val="7C5CFC"/>
          </a:solidFill>
          <a:ln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Sepolia Deployment (Current)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554480"/>
            <a:ext cx="7680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Election: 0x312a7Cc5e9D388d418238Fc6382E4001D79c6937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BALToken: 0x7378be2e720b033bFAF6832Dc2276BedFdCe176f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Admin: 0x9D244f3b124085D9bCAfF1D77304b145BFFc749d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423160"/>
            <a:ext cx="768096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79C0FF"/>
                </a:solidFill>
              </a:defRPr>
            </a:pPr>
            <a:r>
              <a:t>Installation &amp; Testing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697480"/>
            <a:ext cx="768096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npm install (blockchain/ and frontend/)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npx hardhat test → 28/28 passing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npm run dev (frontend at localhost:5173)</a:t>
            </a:r>
          </a:p>
          <a:p>
            <a:pPr>
              <a:spcBef>
                <a:spcPts val="300"/>
              </a:spcBef>
              <a:spcAft>
                <a:spcPts val="300"/>
              </a:spcAft>
              <a:defRPr sz="1100">
                <a:solidFill>
                  <a:srgbClr val="C9D1D9"/>
                </a:solidFill>
              </a:defRPr>
            </a:pPr>
            <a:r>
              <a:t>.env variables: VITE_ELECTION_ADDRESS, VITE_BAL_TOKEN_ADDRESS, VITE_ADMIN_ADDRESS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023360"/>
            <a:ext cx="7680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79C0FF"/>
                </a:solidFill>
              </a:defRPr>
            </a:pPr>
            <a:r>
              <a:t>GitHub: github.com/Shai-Shargal/blockchain-election-dapp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