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381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7C5CFC"/>
                </a:solidFill>
              </a:defRPr>
            </a:pPr>
            <a:r>
              <a:t>🗳️ BlockVote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Decentralized Election DApp</a:t>
            </a:r>
          </a:p>
          <a:p>
            <a:pPr algn="ctr"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</a:p>
          <a:p>
            <a:pPr algn="ctr"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Submitted by: Shai Shargal</a:t>
            </a:r>
          </a:p>
          <a:p>
            <a:pPr algn="ctr"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Final Course Project (90 points)</a:t>
            </a:r>
          </a:p>
          <a:p>
            <a:pPr algn="ctr"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Ethereum Sepolia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7C5CFC"/>
                </a:solidFill>
              </a:defRPr>
            </a:pPr>
            <a:r>
              <a:t>Known Bugs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Known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9D1D9"/>
                </a:solidFill>
              </a:defRPr>
            </a:pPr>
            <a:r>
              <a:t>Questionnaire selection is UI-hidden but NOT cryptographically anonymous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9D1D9"/>
                </a:solidFill>
              </a:defRPr>
            </a:pPr>
            <a:r>
              <a:t>Candidate ID visible in blockchain transaction calldata (intentional design)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9D1D9"/>
                </a:solidFill>
              </a:defRPr>
            </a:pPr>
            <a:r>
              <a:t>Admin can set election times only once (no modification after configuration)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9D1D9"/>
                </a:solidFill>
              </a:defRPr>
            </a:pPr>
            <a:r>
              <a:t>Vote records are permanent (no reversal mechanism)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9C0FF"/>
                </a:solidFill>
              </a:defRPr>
            </a:pPr>
            <a:r>
              <a:t>✓ Verified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28/28 unit tests passing (Solidity)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Merkle tree voter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ERC-20 BAL token minting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Admin access control (onlyOwner)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Time-gating enforcement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Results correctly gated post-election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7C5CFC"/>
                </a:solidFill>
              </a:defRPr>
            </a:pPr>
            <a:r>
              <a:t>Project Requirements (8/8 Implemented)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✓ Admin GUI — Manage candidates, configure election, upload voter registry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✓ Candidates — Add with name and 3 policy position scores (1–5 scale)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✓ Merkle voter registry — Voter eligibility verified via Merkle proof on-chain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✓ IPFS storage — Voter CSV uploaded to IPFS; CID stored in smart contract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✓ Election time window — Admin sets start/end times; voting strictly enforced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✓ Direct voting — Select candidate from dropdown; vote with Merkle proof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✓ Questionnaire voting — 3-slider matching (Manhattan distance) auto-selects candidate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✓ ERC-20 reward — 10 BAL tokens minted automatically per vote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✓ Sorted results — Candidates ranked by vote count; winner identified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7C5CFC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6583680" cy="457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C9D1D9"/>
                </a:solidFill>
              </a:defRPr>
            </a:pPr>
            <a:r>
              <a:t>Frontend (React + Vite)  •  Web3.js client-side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6583680" cy="457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C9D1D9"/>
                </a:solidFill>
              </a:defRPr>
            </a:pPr>
            <a:r>
              <a:t>MetaMask Wallet  •  Signs transactions, Sepolia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6583680" cy="457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C9D1D9"/>
                </a:solidFill>
              </a:defRPr>
            </a:pPr>
            <a:r>
              <a:t>Election.sol + BALToken.sol  •  On-chain logic + ERC-20 minting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6583680" cy="457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C9D1D9"/>
                </a:solidFill>
              </a:defRPr>
            </a:pPr>
            <a:r>
              <a:t>Merkle Tree + IPFS  •  Voter registry (CSV) on IPFS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9C0FF"/>
                </a:solidFill>
              </a:defRPr>
            </a:pPr>
            <a:r>
              <a:t>↓ Reads/writes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4688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9C0FF"/>
                </a:solidFill>
              </a:defRPr>
            </a:pPr>
            <a:r>
              <a:t>↓ Signs with private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9C0FF"/>
                </a:solidFill>
              </a:defRPr>
            </a:pPr>
            <a:r>
              <a:t>↓ Stores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749039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9C0FF"/>
                </a:solidFill>
              </a:defRPr>
            </a:pPr>
            <a:r>
              <a:t>↓ Retrieves proofs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7C5CFC"/>
                </a:solidFill>
              </a:defRPr>
            </a:pPr>
            <a:r>
              <a:t>Smart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840480" cy="34747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5CFC"/>
                </a:solidFill>
              </a:defRPr>
            </a:pPr>
            <a:r>
              <a:t>Election.sol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• Admin-only functions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• Merkle proof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• Double-vote prevention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• Time-window enforcement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• CEI pattern (safe)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• Custom error 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3840480" cy="34747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5087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5CFC"/>
                </a:solidFill>
              </a:defRPr>
            </a:pPr>
            <a:r>
              <a:t>BALToken.sol (ERC-20)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92024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• Immutable minter address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• Only Election can mint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• 10 BAL per voter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• Standard ERC-20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• Prevents unauthorized minting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9C0FF"/>
                </a:solidFill>
              </a:defRPr>
            </a:pPr>
            <a:r>
              <a:t>✓ Test Coverage: 28/28 passing — Double-voting, Merkle validation, time windows, BAL minting,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7C5CFC"/>
                </a:solidFill>
              </a:defRPr>
            </a:pPr>
            <a:r>
              <a:t>Voter Registry &amp; Questionnaire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5CFC"/>
                </a:solidFill>
              </a:defRPr>
            </a:pPr>
            <a:r>
              <a:t>Merkle Tree Voter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1. Admin uploads voter CSV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2. Frontend builds Merkle tree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3. Root stored on-chain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4. CSV uploaded to IPFS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5. CID stored on-chain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6. Voter generates proof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7. Proof verified on-chain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5CFC"/>
                </a:solidFill>
              </a:defRPr>
            </a:pPr>
            <a:r>
              <a:t>Questionnaire Voting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78308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1. Voter answers 3 questions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   (1–5 scale per topic)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2. System calculates distance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   to all candidates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3. Closest candidate selected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4. Vote submitted (with proof)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5. Candidate revealed after vote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F87171"/>
                </a:solidFill>
              </a:defRPr>
            </a:pPr>
            <a:r>
              <a:t>⚠️ Anonymity Limitation: Questionnaire result is UI-hidden pre-vote but visible on-chain in transaction calldata (not cryptographically private).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7C5CFC"/>
                </a:solidFill>
              </a:defRPr>
            </a:pPr>
            <a:r>
              <a:t>End-to-End 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1. Admin connects wallet → Admin Dashboard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2. Admin adds 3 candidates (name + positions)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3. Admin uploads voter CSV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4. Merkle root + IPFS CID stored on-chain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5. Admin sets election window (start + end times)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6. Voter connects (must be in registry)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7. Voter selects candidate OR answers questionnaire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8. Voter receives 10 BAL tokens automatically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9. Election ends → voting window closes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10. Results displayed: winner + bar chart + ranked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79C0FF"/>
                </a:solidFill>
              </a:defRPr>
            </a:pPr>
            <a:r>
              <a:t>Verification Status: All 10 steps executable. E2E manual test flow documented in COMPLIANCE_AUDIT.md. Pending: full user execution 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7C5CFC"/>
                </a:solidFill>
              </a:defRPr>
            </a:pPr>
            <a:r>
              <a:t>Deployment &amp; Instructions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9C0FF"/>
                </a:solidFill>
              </a:defRPr>
            </a:pPr>
            <a:r>
              <a:t>Sepolia Deployment (Verified)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Election: 0xeA97c7e23B1300ea9523A3630827C85336e2B12F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BALToken: 0xab8f347351720Ce0Fa8527b6826149da6dB950C9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Admin: 0x9D244f3b124085D9bCAfF1D77304b145BFFc749d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9C0FF"/>
                </a:solidFill>
              </a:defRPr>
            </a:pPr>
            <a:r>
              <a:t>Installation &amp;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7680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npm install (blockchain/ and frontend/)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npx hardhat test → 28/28 passing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npm run dev (frontend at localhost:5173)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.env variables: VITE_ELECTION_ADDRESS, VITE_BAL_TOKEN_ADDRESS, VITE_ADMIN_ADDRESS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C0FF"/>
                </a:solidFill>
              </a:defRPr>
            </a:pPr>
            <a:r>
              <a:t>GitHub: github.com/Shai-Shargal/blockchain-election-dapp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